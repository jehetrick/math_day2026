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56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3EE88-C07A-0364-C8F4-29DDF0C18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7E3C32-ACD9-8C97-11F3-051702ADB3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5763F-2531-9AB3-4EE6-89E1E96E1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22A4-2766-46C3-868A-E000E6669A6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0DCEF-C5D6-30BD-522F-0D26F9BAB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7AA6D-4463-D900-D923-CF0D1E69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13CB-F9A4-4B02-8FD7-BD6C7BEB3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813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55FEE-A7D6-1D0C-B3FA-9616A15EE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A42C3-2ABE-CD3C-5046-417DE4B96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0FC8A-DA11-2D25-4672-298036196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22A4-2766-46C3-868A-E000E6669A6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F7AD0-99B7-C3BA-0356-C9A2172E4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39A40-4EC9-2E3E-7260-3E4BDA7B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13CB-F9A4-4B02-8FD7-BD6C7BEB3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42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A24D0-6847-0854-7085-F2FE9FB07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60F37-559C-D34B-C5E4-1B5837332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DED4C-44E3-BAD9-44D8-1A03862AB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22A4-2766-46C3-868A-E000E6669A6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7D077-11EF-F989-3497-133466A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5AF10-441F-799E-AA1F-13233986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13CB-F9A4-4B02-8FD7-BD6C7BEB3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3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E9F20-46ED-BEBE-727F-FD04C2E00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85369-41DC-9DC2-4F1B-757A1CC630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E8840-CBF3-B0E6-0508-48843E77D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BEFC1-429A-00F4-7517-E58CBD9D2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22A4-2766-46C3-868A-E000E6669A6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7A5FC-5649-4DB1-E992-4F4D401E0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A1B02-9855-2025-3E72-10146D018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13CB-F9A4-4B02-8FD7-BD6C7BEB3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372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3404A-F453-B732-56A2-4A0313224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DD2BD-C6D9-DEB4-1731-931EFBCD2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2B0DB-FA24-6DBB-06D0-0F2887BE3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305E95-90A6-21FB-2983-EB9C6CE456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247FE3-CFE2-C906-2EF3-9E88913BA4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73237D-5D8D-97F0-F5B7-97789D29F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22A4-2766-46C3-868A-E000E6669A6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3F6702-85DC-27EC-69D9-A296425A7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FBE594-2C68-8BDE-B82B-39B8E21C5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13CB-F9A4-4B02-8FD7-BD6C7BEB3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86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F7786-DCFE-8AE1-F3BC-5B2F7C982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AC2AC-7D73-3231-3D9B-CA611A3C2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22A4-2766-46C3-868A-E000E6669A6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CC38F-6590-476F-856B-6C1291934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3B784-AC12-8119-FE0D-28C0E2B67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13CB-F9A4-4B02-8FD7-BD6C7BEB3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7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9B4E68-81E0-8D61-F7F5-80F1D27F6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22A4-2766-46C3-868A-E000E6669A6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0122DD-C939-A768-941C-FDFAA9DEE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EABC9-72C9-B56F-C104-53DB20279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13CB-F9A4-4B02-8FD7-BD6C7BEB3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01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FEB5C-8164-62F3-0736-278C60D64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3EF52-D259-4334-69A5-100F3D22E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FA143F-89F4-036F-075B-719FCB2A9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ED5C55-D886-6328-8090-33EA8E8AE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22A4-2766-46C3-868A-E000E6669A6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1415B-F42D-6DB1-F371-612701A0C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DB7F2-2C5D-9215-AD87-EAD96573B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13CB-F9A4-4B02-8FD7-BD6C7BEB3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69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A4D79-02FA-3299-9F01-D7DA075B1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ED714B-2E5C-4914-55EC-3AC44E30EB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AD910E-231D-22AB-3024-F80B3B75A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5263B-C663-0A5F-3B35-874E315B6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22A4-2766-46C3-868A-E000E6669A6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3F9BF-1FFB-6511-9F3F-50C97E7F2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92988-E91E-DAC0-82C4-B0852AD43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13CB-F9A4-4B02-8FD7-BD6C7BEB3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778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FCF72-F262-7E9F-08BF-7893657F1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CB5272-5643-A1E5-B001-F4374D180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ABF10-F9C8-F856-5DCF-3AACF438C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22A4-2766-46C3-868A-E000E6669A6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BB2DB-AAFD-3062-CAF8-3F30D8E70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70C45-ED28-6679-2A36-D34726A2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13CB-F9A4-4B02-8FD7-BD6C7BEB3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7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3D2667-25C1-8058-9382-FD72C9BDA0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25E23-9941-36FD-DC91-611007B20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414E8-EE82-CF4B-6635-4B642A88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22A4-2766-46C3-868A-E000E6669A6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BD9BC-10B3-2BCB-3508-1883D790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AE9F4-C2A9-368A-30C6-CAF25C7FB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13CB-F9A4-4B02-8FD7-BD6C7BEB3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9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5B99C0-121B-D041-2D52-A73D4F9EB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C7892-D487-3DD4-5C3F-6F8477068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C047D-C356-2FEA-B352-5FA2C3467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522A4-2766-46C3-868A-E000E6669A6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4E2F8-B3F6-AD0E-13B5-CFA2CD9136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BF0EB-4D4D-EBC2-2122-BF420F56F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C13CB-F9A4-4B02-8FD7-BD6C7BEB3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10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jhetrick@pacific.edu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37902-AC34-D94E-1DB8-79C87A5CB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1930"/>
            <a:ext cx="9144000" cy="2287042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effectLst/>
              </a:rPr>
              <a:t>3.1415926535…</a:t>
            </a:r>
            <a:br>
              <a:rPr lang="en-US" dirty="0"/>
            </a:br>
            <a:r>
              <a:rPr lang="en-US" dirty="0"/>
              <a:t>How do you compute the value of </a:t>
            </a:r>
            <a:r>
              <a:rPr lang="en-US" dirty="0">
                <a:latin typeface="Symbol" panose="05050102010706020507" pitchFamily="18" charset="2"/>
              </a:rPr>
              <a:t>p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3E0B1-0022-AD5C-8714-35E6FD6E00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4637" y="3310596"/>
            <a:ext cx="3085322" cy="541683"/>
          </a:xfrm>
        </p:spPr>
        <p:txBody>
          <a:bodyPr>
            <a:normAutofit lnSpcReduction="10000"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Throw darts!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D59A15-5378-1579-529A-AC03443FB53B}"/>
              </a:ext>
            </a:extLst>
          </p:cNvPr>
          <p:cNvSpPr txBox="1"/>
          <p:nvPr/>
        </p:nvSpPr>
        <p:spPr>
          <a:xfrm>
            <a:off x="7931021" y="4420953"/>
            <a:ext cx="368562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Dr. Jim Hetrick</a:t>
            </a:r>
          </a:p>
          <a:p>
            <a:pPr algn="ctr"/>
            <a:r>
              <a:rPr lang="en-US" dirty="0"/>
              <a:t>Professor of Physics and Data Science</a:t>
            </a:r>
          </a:p>
          <a:p>
            <a:pPr algn="ctr"/>
            <a:r>
              <a:rPr lang="en-US" dirty="0">
                <a:hlinkClick r:id="rId2"/>
              </a:rPr>
              <a:t>jhetrick@pacific.edu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Apr 25,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715DCA-9761-B807-11F1-1C1155DB8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629" y="4420953"/>
            <a:ext cx="3596952" cy="1204064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69A94DB-C4CD-AE89-0DC3-70F6D0A7F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7673" y="4815392"/>
            <a:ext cx="161925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082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449531-D906-6C17-582E-0D16F9A01B73}"/>
              </a:ext>
            </a:extLst>
          </p:cNvPr>
          <p:cNvSpPr txBox="1"/>
          <p:nvPr/>
        </p:nvSpPr>
        <p:spPr>
          <a:xfrm>
            <a:off x="714660" y="367989"/>
            <a:ext cx="4759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(Free!) Tools used today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742FEE-4604-6ECB-6BFD-30BA3AB86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947" y="293468"/>
            <a:ext cx="5471886" cy="55654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F6E55B-7FB9-00A7-6830-19573F4AC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893" y="2685358"/>
            <a:ext cx="1344768" cy="14872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3D2EEF-F03E-7BD4-DA67-B92D82197534}"/>
              </a:ext>
            </a:extLst>
          </p:cNvPr>
          <p:cNvSpPr txBox="1"/>
          <p:nvPr/>
        </p:nvSpPr>
        <p:spPr>
          <a:xfrm>
            <a:off x="7653658" y="5716248"/>
            <a:ext cx="2673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anaconda.com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57A748-6706-C35A-BAE8-B4A922658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9799" y="4594370"/>
            <a:ext cx="3460957" cy="7464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782699-9391-DAF6-D3D7-893754E14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210" y="1561804"/>
            <a:ext cx="3749365" cy="10287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75A59B-EFC9-D985-0913-F0A58C1880B2}"/>
              </a:ext>
            </a:extLst>
          </p:cNvPr>
          <p:cNvSpPr txBox="1"/>
          <p:nvPr/>
        </p:nvSpPr>
        <p:spPr>
          <a:xfrm>
            <a:off x="1794015" y="2907195"/>
            <a:ext cx="472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+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355BEC-BE5F-9E35-D87F-57DCD8A46172}"/>
              </a:ext>
            </a:extLst>
          </p:cNvPr>
          <p:cNvSpPr txBox="1"/>
          <p:nvPr/>
        </p:nvSpPr>
        <p:spPr>
          <a:xfrm>
            <a:off x="4098377" y="2919786"/>
            <a:ext cx="1074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+…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D0F762-0BB5-F992-0929-B3E649DD599A}"/>
              </a:ext>
            </a:extLst>
          </p:cNvPr>
          <p:cNvSpPr txBox="1"/>
          <p:nvPr/>
        </p:nvSpPr>
        <p:spPr>
          <a:xfrm>
            <a:off x="868019" y="4509854"/>
            <a:ext cx="472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= </a:t>
            </a:r>
          </a:p>
        </p:txBody>
      </p:sp>
    </p:spTree>
    <p:extLst>
      <p:ext uri="{BB962C8B-B14F-4D97-AF65-F5344CB8AC3E}">
        <p14:creationId xmlns:p14="http://schemas.microsoft.com/office/powerpoint/2010/main" val="1557414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0F73F1-E09C-FAC1-D790-98CB1BB9F397}"/>
              </a:ext>
            </a:extLst>
          </p:cNvPr>
          <p:cNvSpPr txBox="1"/>
          <p:nvPr/>
        </p:nvSpPr>
        <p:spPr>
          <a:xfrm>
            <a:off x="670892" y="690770"/>
            <a:ext cx="5886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Math (and </a:t>
            </a:r>
            <a:r>
              <a:rPr lang="en-US" sz="2800" b="1" i="1" dirty="0"/>
              <a:t>Math-</a:t>
            </a:r>
            <a:r>
              <a:rPr lang="en-US" sz="2800" b="1" i="1" dirty="0" err="1"/>
              <a:t>ish</a:t>
            </a:r>
            <a:r>
              <a:rPr lang="en-US" sz="2800" b="1" dirty="0"/>
              <a:t>) areas used today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FC3F40-3A59-9513-9A1C-3B1590C599A3}"/>
              </a:ext>
            </a:extLst>
          </p:cNvPr>
          <p:cNvSpPr txBox="1"/>
          <p:nvPr/>
        </p:nvSpPr>
        <p:spPr>
          <a:xfrm>
            <a:off x="929309" y="1585291"/>
            <a:ext cx="4900444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 Number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Geometry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Statistics -&gt; Monte Carlo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Programming (logic)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 Algebra (vectors, matrices, and </a:t>
            </a:r>
            <a:r>
              <a:rPr lang="en-US" sz="2000" b="1" i="1" dirty="0"/>
              <a:t>tensors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89DA13-7D5B-EE91-A856-94CC141C5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078" y="3585254"/>
            <a:ext cx="6667843" cy="30767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60E39C-6F37-4BD6-86F0-AC03D75D7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748" y="1883512"/>
            <a:ext cx="2266159" cy="131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001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D9C681-EABF-7141-BB04-87516FAB5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167" y="486286"/>
            <a:ext cx="9933690" cy="588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675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9FA312-C23E-FD94-B85F-F7E07EE3BBCE}"/>
              </a:ext>
            </a:extLst>
          </p:cNvPr>
          <p:cNvSpPr txBox="1"/>
          <p:nvPr/>
        </p:nvSpPr>
        <p:spPr>
          <a:xfrm>
            <a:off x="3086099" y="514889"/>
            <a:ext cx="17327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prompt&gt;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7B6956-D171-37B8-87B0-710A14425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89" y="459597"/>
            <a:ext cx="2438525" cy="6953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472629-2158-0875-F9BC-D5BB169B12A9}"/>
              </a:ext>
            </a:extLst>
          </p:cNvPr>
          <p:cNvSpPr txBox="1"/>
          <p:nvPr/>
        </p:nvSpPr>
        <p:spPr>
          <a:xfrm>
            <a:off x="1109019" y="1683372"/>
            <a:ext cx="103516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I am giving a presentation on data science and monte </a:t>
            </a:r>
            <a:r>
              <a:rPr lang="en-US" sz="2000" i="1" dirty="0" err="1"/>
              <a:t>carlo</a:t>
            </a:r>
            <a:r>
              <a:rPr lang="en-US" sz="2000" i="1" dirty="0"/>
              <a:t> methods.</a:t>
            </a:r>
          </a:p>
          <a:p>
            <a:r>
              <a:rPr lang="en-US" sz="2000" i="1" dirty="0"/>
              <a:t>I want to point the participants (about 200) to a website where they can click a button to throw darts. When they click the button, the website will "throw 10 random darts" at a dart board. The dart board is a square of size 2x2. The web site needs to record 10 random </a:t>
            </a:r>
            <a:r>
              <a:rPr lang="en-US" sz="2000" i="1" dirty="0" err="1"/>
              <a:t>x,y</a:t>
            </a:r>
            <a:r>
              <a:rPr lang="en-US" sz="2000" i="1" dirty="0"/>
              <a:t> coordinates between -1 and 1 for both x and y in a file, updating the file with each participant's click. The webpage should display 10 additional points the 2x2 square, with a circle of radius 1 inside the square. Every time someone clicks the button on the webpage, 10 new points appear in the square and are recorded in the file. The webpage should also keep a running count of the fraction of points that lie inside the circle (i.e. have radius &lt;= 1). Please provide an html page that implements this.</a:t>
            </a:r>
          </a:p>
          <a:p>
            <a:endParaRPr lang="en-US" sz="2000" i="1" dirty="0"/>
          </a:p>
          <a:p>
            <a:r>
              <a:rPr lang="en-US" sz="2000" i="1" dirty="0"/>
              <a:t>Add a "Clear" button to return the webpage to its </a:t>
            </a:r>
            <a:r>
              <a:rPr lang="en-US" sz="2000" i="1" dirty="0" err="1"/>
              <a:t>inital</a:t>
            </a:r>
            <a:r>
              <a:rPr lang="en-US" sz="2000" i="1" dirty="0"/>
              <a:t> 0 state, and a dropdown to allow the user to throw either 1,10,100,1000, or 10000 darts.</a:t>
            </a:r>
          </a:p>
        </p:txBody>
      </p:sp>
    </p:spTree>
    <p:extLst>
      <p:ext uri="{BB962C8B-B14F-4D97-AF65-F5344CB8AC3E}">
        <p14:creationId xmlns:p14="http://schemas.microsoft.com/office/powerpoint/2010/main" val="2413595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6F50EF-7B3E-51D5-DA32-E22315617A32}"/>
              </a:ext>
            </a:extLst>
          </p:cNvPr>
          <p:cNvSpPr txBox="1"/>
          <p:nvPr/>
        </p:nvSpPr>
        <p:spPr>
          <a:xfrm>
            <a:off x="1399978" y="5342283"/>
            <a:ext cx="36027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Jhetrick.io/</a:t>
            </a:r>
            <a:r>
              <a:rPr lang="en-US" sz="4000" dirty="0" err="1"/>
              <a:t>MCpi</a:t>
            </a:r>
            <a:endParaRPr lang="en-US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9334CA-E216-FA48-30FF-571E3F75A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36" y="545506"/>
            <a:ext cx="5772447" cy="4295996"/>
          </a:xfrm>
          <a:prstGeom prst="rect">
            <a:avLst/>
          </a:prstGeom>
        </p:spPr>
      </p:pic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6776251F-C728-C72C-2E4A-0C80E6D31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266" y="621195"/>
            <a:ext cx="5496339" cy="549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449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7BDC09-60CD-2FB4-2820-F4FE22AAA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17" y="1001662"/>
            <a:ext cx="5936706" cy="35852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562544-74BC-7CD5-20F4-D5284CFE75E8}"/>
              </a:ext>
            </a:extLst>
          </p:cNvPr>
          <p:cNvSpPr txBox="1"/>
          <p:nvPr/>
        </p:nvSpPr>
        <p:spPr>
          <a:xfrm>
            <a:off x="2728849" y="5766886"/>
            <a:ext cx="603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https://github.com/jehetrick/Math_Day2026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1FBD1B-660E-3858-6281-CB8349C51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920" y="1001662"/>
            <a:ext cx="4568131" cy="448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594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311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Symbol</vt:lpstr>
      <vt:lpstr>Office Theme</vt:lpstr>
      <vt:lpstr>3.1415926535… How do you compute the value of p?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the Pacific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3.1415926535… How do you compute the value of p?</dc:title>
  <dc:creator>James Hetrick</dc:creator>
  <cp:lastModifiedBy>James Hetrick</cp:lastModifiedBy>
  <cp:revision>1</cp:revision>
  <dcterms:created xsi:type="dcterms:W3CDTF">2026-04-24T20:55:58Z</dcterms:created>
  <dcterms:modified xsi:type="dcterms:W3CDTF">2026-04-25T17:57:15Z</dcterms:modified>
</cp:coreProperties>
</file>